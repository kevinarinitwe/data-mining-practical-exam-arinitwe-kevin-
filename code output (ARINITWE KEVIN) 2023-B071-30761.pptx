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75" r:id="rId2"/>
    <p:sldId id="273" r:id="rId3"/>
    <p:sldId id="268" r:id="rId4"/>
    <p:sldId id="274" r:id="rId5"/>
    <p:sldId id="269" r:id="rId6"/>
    <p:sldId id="270" r:id="rId7"/>
    <p:sldId id="271" r:id="rId8"/>
    <p:sldId id="27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0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20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2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7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9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2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9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23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0184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39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6471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77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96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9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479E-59BD-36D8-BD3D-E2980854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470152"/>
            <a:ext cx="8596668" cy="1826581"/>
          </a:xfrm>
        </p:spPr>
        <p:txBody>
          <a:bodyPr/>
          <a:lstStyle/>
          <a:p>
            <a:r>
              <a:rPr lang="en-US" dirty="0"/>
              <a:t>CODE PRESENTATION OUT PUT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C1066-2A3E-4E73-C5D0-6F02D3D35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ARINITWE KEVIN </a:t>
            </a:r>
          </a:p>
          <a:p>
            <a:r>
              <a:rPr lang="en-US" dirty="0"/>
              <a:t>2023-B071-30761</a:t>
            </a:r>
          </a:p>
        </p:txBody>
      </p:sp>
    </p:spTree>
    <p:extLst>
      <p:ext uri="{BB962C8B-B14F-4D97-AF65-F5344CB8AC3E}">
        <p14:creationId xmlns:p14="http://schemas.microsoft.com/office/powerpoint/2010/main" val="1389281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8C8E-4B88-5F5A-9012-E69710D5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6BAD7-B7FF-C629-5258-25B8A3664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24820"/>
            <a:ext cx="9931791" cy="523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47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51605-ADCD-AD86-DB34-3246CBBA6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18" y="1441939"/>
            <a:ext cx="10241280" cy="54160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5DC68-5961-C39B-369B-657E8148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DATA IN ENCODED FORMAT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A862A-DF67-A2FA-C69E-465CB2704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6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ADE3C-83A3-88AF-20AE-F5534746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89B41-EF39-CEB2-D217-F20AFC8EB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46" y="1270000"/>
            <a:ext cx="8447956" cy="522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81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CD27-C5D7-9C72-3695-AA0FA71A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/>
          <a:lstStyle/>
          <a:p>
            <a:r>
              <a:rPr lang="en-US" dirty="0"/>
              <a:t>ASSOCIATION RULES GENERATED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FF4DF9-69E2-9EC8-7CAB-F397EFEC5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145" y="1127342"/>
            <a:ext cx="8722857" cy="435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17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FB09D-9C3F-C077-4B29-DB6E8583B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3606E-62E5-183D-1CE0-11A0700F2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48972"/>
            <a:ext cx="9095765" cy="479942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Strongest three rules based on lift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Diapers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Support = 0.3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Confidence =1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Lift = 2.5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Explanation: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beer buyers may also buy diapers.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(Bread, Milk)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Eggs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Support = 0.2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Confidence =0.6667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Lift = 1.6667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Explanation: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customers who purchase milk and bread are likely to buy eggs too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778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9841C-EF42-3D05-BC70-98CA6A0FC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731520"/>
            <a:ext cx="10178977" cy="551687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Eggs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Milk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Support = 0.2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Confidence =0.6667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Lift = 1.6667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Explanation: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customers who purchase eggs are likely to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buy milk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9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A552-49A4-481B-E732-6044A33E1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3876-C04D-2C82-A1D1-FD57D8C61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 Product Placement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Place </a:t>
            </a:r>
            <a:r>
              <a:rPr lang="en-US" b="1" dirty="0"/>
              <a:t>Beer and Diapers</a:t>
            </a:r>
            <a:r>
              <a:rPr lang="en-US" dirty="0"/>
              <a:t> closer together in the store.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can increase cross-selling and impulse buying.</a:t>
            </a:r>
          </a:p>
          <a:p>
            <a:pPr>
              <a:buNone/>
            </a:pPr>
            <a:r>
              <a:rPr lang="en-US" b="1" dirty="0"/>
              <a:t> Promotions and Bundles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 </a:t>
            </a:r>
            <a:r>
              <a:rPr lang="en-US" b="1" dirty="0"/>
              <a:t>discounts or bundles</a:t>
            </a:r>
            <a:r>
              <a:rPr lang="en-US" dirty="0"/>
              <a:t> for </a:t>
            </a:r>
            <a:r>
              <a:rPr lang="en-US" b="1" dirty="0"/>
              <a:t>Eggs and Milk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increase total sales per customer.</a:t>
            </a: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BB2C99-1287-6141-1169-8168DCE27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5305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319</TotalTime>
  <Words>168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Times New Roman</vt:lpstr>
      <vt:lpstr>Trebuchet MS</vt:lpstr>
      <vt:lpstr>Wingdings 3</vt:lpstr>
      <vt:lpstr>Facet</vt:lpstr>
      <vt:lpstr>CODE PRESENTATION OUT PUT</vt:lpstr>
      <vt:lpstr>PART A</vt:lpstr>
      <vt:lpstr>TRANSACTION DATA IN ENCODED FORMAT</vt:lpstr>
      <vt:lpstr>PART B</vt:lpstr>
      <vt:lpstr>ASSOCIATION RULES GENERATED</vt:lpstr>
      <vt:lpstr>PART C</vt:lpstr>
      <vt:lpstr>PowerPoint Presentation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nayigaflavia36@gmail.com</dc:creator>
  <cp:lastModifiedBy>User</cp:lastModifiedBy>
  <cp:revision>53</cp:revision>
  <dcterms:created xsi:type="dcterms:W3CDTF">2025-12-13T16:51:45Z</dcterms:created>
  <dcterms:modified xsi:type="dcterms:W3CDTF">2025-12-14T13:52:21Z</dcterms:modified>
</cp:coreProperties>
</file>